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463040"/>
            <a:ext cx="411480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LVL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17320" y="548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FLAGSHIP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spc="-100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website for</a:t>
            </a:r>
            <a:endParaRPr lang="en-US" sz="6000" dirty="0"/>
          </a:p>
          <a:p>
            <a:pPr indent="0" marL="0">
              <a:buNone/>
            </a:pPr>
            <a:r>
              <a:rPr lang="en-US" sz="6000" spc="-100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St. George's premier</a:t>
            </a:r>
            <a:endParaRPr lang="en-US" sz="6000" dirty="0"/>
          </a:p>
          <a:p>
            <a:pPr indent="0" marL="0">
              <a:buNone/>
            </a:pPr>
            <a:r>
              <a:rPr lang="en-US" sz="6000" spc="-100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golf cart destination.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457200" y="5486400"/>
            <a:ext cx="411480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5623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LVL Carts founding family · St. George, Utah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362895" y="5623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LVL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502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91640" cy="1097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8991295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OPPORTUNITY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7295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inventory is luxury.</a:t>
            </a:r>
            <a:endParaRPr lang="en-US" sz="4000" dirty="0"/>
          </a:p>
          <a:p>
            <a:pPr indent="0" marL="0">
              <a:buNone/>
            </a:pPr>
            <a:r>
              <a:rPr lang="en-US" sz="4000" spc="-100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website isn't (yet).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 Carts sells $10K – $13K vehicles with curated finishes, custom builds, and white-glove delivery — but the current site reads like a generic dealer page running on a stock template. The shopping experience and the showroom experience don't match.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0" y="1325880"/>
            <a:ext cx="36576" cy="4114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0" y="1325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869680" y="169164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on luxury e-com sites is 3–5× generic templates. Buyers researching $13K carts don't comparison-shop on price — they comparison-shop on trust signals: photography, story, polish.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LVL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502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91640" cy="1097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8991295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PROPOSAL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7295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moves. One brand.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digital flagship — designed for the way you actually sell.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6576" cy="3108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Redesign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black + gold aesthetic that mirrors your showroom. Built on the Stitch "Desert Highline" design system.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19272" y="2926080"/>
            <a:ext cx="36576" cy="3108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3502152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02152" y="3291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Rides Rental Sync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02152" y="3886200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existing inventory backend. Pipe live cart data into the new site via Rides Rental's platform integrations.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1344" y="2926080"/>
            <a:ext cx="36576" cy="3108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6364224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64224" y="3291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Concierge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64224" y="3886200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chatbot that answers inventory, financing, delivery, and scheduling questions — and books test drives.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43416" y="2926080"/>
            <a:ext cx="36576" cy="3108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9226296" y="2926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26296" y="32918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&amp; Local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226296" y="3886200"/>
            <a:ext cx="2606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markup, local-business signals, fast page speed, and content built for "St. George golf carts" searches.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LVL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502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91640" cy="1097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8991295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BEFORE → AFTER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7295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template to flagship.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E9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5029200" cy="9144"/>
          </a:xfrm>
          <a:prstGeom prst="rect">
            <a:avLst/>
          </a:prstGeom>
          <a:solidFill>
            <a:srgbClr val="B89B6E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2651760"/>
            <a:ext cx="530352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346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9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Rides Rental template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2186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9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2186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Lorem-ipsum testimonials still live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3602736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9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602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"Venom EV" still in meta tags (rebranded to Royal EV)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986784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9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9867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orange/black palette — same as 1,000 other dealers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370832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9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43708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financing flow on-site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9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754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chatbot — every question = a phone call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513892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E9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51389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SEO. No schema. No local pages.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2834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2834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Desert Highline aesthetic — black, gold, tan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321868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20840" y="32186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testimonials from Southern Utah customers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3602736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20840" y="36027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Brand-consistent across every touchpoint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3986784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20840" y="39867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photography, big serif headlines, sharp UI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370832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20840" y="43708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financing form — get your out-the-door price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0" y="4754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20840" y="4754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assistant: inventory, financing, delivery, scheduling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00800" y="5138928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720840" y="5138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AutoDealer schema + LocalBusiness markup + city pages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LVL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502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91640" cy="1097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8991295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DESIGN PREVIEW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7295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spc="-100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real inventory. New frame.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Below: actual product photos from your current site, dropped into the new design language. Week 3 includes a full retouching pass — clean backgrounds, color consistency, editorial cropping.</a:t>
            </a:r>
            <a:endParaRPr lang="en-US" sz="1300" dirty="0"/>
          </a:p>
        </p:txBody>
      </p:sp>
      <p:pic>
        <p:nvPicPr>
          <p:cNvPr id="9" name="Image 0" descr="/sessions/adoring-loving-faraday/mnt/intermountaingolfcars/lvl_demo/assets/cart-pearl-whi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3108960"/>
            <a:ext cx="3657600" cy="2743200"/>
          </a:xfrm>
          <a:prstGeom prst="rect">
            <a:avLst/>
          </a:prstGeom>
        </p:spPr>
      </p:pic>
      <p:pic>
        <p:nvPicPr>
          <p:cNvPr id="10" name="Image 1" descr="/sessions/adoring-loving-faraday/mnt/intermountaingolfcars/lvl_demo/assets/cart-tiffany-blu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51960" y="3108960"/>
            <a:ext cx="3657600" cy="2743200"/>
          </a:xfrm>
          <a:prstGeom prst="rect">
            <a:avLst/>
          </a:prstGeom>
        </p:spPr>
      </p:pic>
      <p:pic>
        <p:nvPicPr>
          <p:cNvPr id="11" name="Image 2" descr="/sessions/adoring-loving-faraday/mnt/intermountaingolfcars/lvl_demo/assets/cart-royal-whit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0" y="3108960"/>
            <a:ext cx="3657600" cy="2743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4-PASS · LIFTED  $12,990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25196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· TIFFANY BLUE  $12,990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046720" y="5943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EV · CROWN 4  $9,990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LVL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502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91640" cy="1097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8991295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RIDES RENTAL INTEGRATION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7295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spc="-100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your backend. Replace the front-end.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use Rides Rental Software for inventory, leads, and billing. We don't replace that. We replace the customer-facing site — and pipe the data through.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2743200" cy="1645920"/>
          </a:xfrm>
          <a:prstGeom prst="rect">
            <a:avLst/>
          </a:prstGeom>
          <a:solidFill>
            <a:srgbClr val="13141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566160"/>
            <a:ext cx="45720" cy="16459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Rides Rental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· Leads · Customer DB · Payments · Reports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4114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794760" y="3566160"/>
            <a:ext cx="2743200" cy="1645920"/>
          </a:xfrm>
          <a:prstGeom prst="rect">
            <a:avLst/>
          </a:prstGeom>
          <a:solidFill>
            <a:srgbClr val="131411"/>
          </a:solidFill>
          <a:ln w="12700">
            <a:solidFill>
              <a:srgbClr val="B89B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3566160"/>
            <a:ext cx="45720" cy="1645920"/>
          </a:xfrm>
          <a:prstGeom prst="rect">
            <a:avLst/>
          </a:prstGeom>
          <a:solidFill>
            <a:srgbClr val="B89B6E"/>
          </a:solidFill>
          <a:ln/>
        </p:spPr>
      </p:sp>
      <p:sp>
        <p:nvSpPr>
          <p:cNvPr id="16" name="Text 14"/>
          <p:cNvSpPr/>
          <p:nvPr/>
        </p:nvSpPr>
        <p:spPr>
          <a:xfrm>
            <a:off x="397764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Sync Layer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77640" y="42062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+ nightly sync. Inventory + leads flow both ways.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41148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132320" y="3566160"/>
            <a:ext cx="2743200" cy="1645920"/>
          </a:xfrm>
          <a:prstGeom prst="rect">
            <a:avLst/>
          </a:prstGeom>
          <a:solidFill>
            <a:srgbClr val="13141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3566160"/>
            <a:ext cx="45720" cy="16459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37490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 LVL Site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0" y="42062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 design. Live inventory. Chatbot. Forms.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5440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E91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RIDES RENTAL ALREADY SUPPORTS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· Authorize.net · PayPal · Lightspeed · Dealertrack DMS · Google Analytics · Zapier · YouTube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LVL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502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91640" cy="1097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8991295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THE AI CONCIERGE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7295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spc="-100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assistant that knows your inventory cold.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24/7. Trained on your products, pricing, financing, delivery, and hours.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657600" cy="2286000"/>
          </a:xfrm>
          <a:prstGeom prst="rect">
            <a:avLst/>
          </a:prstGeom>
          <a:solidFill>
            <a:srgbClr val="131411"/>
          </a:solidFill>
          <a:ln w="12700">
            <a:solidFill>
              <a:srgbClr val="444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17520"/>
            <a:ext cx="45720" cy="22860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54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5800" y="365760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what's on the floor, by brand, by passenger count, by color. Pulls live from Rides Rental.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3017520"/>
            <a:ext cx="3657600" cy="2286000"/>
          </a:xfrm>
          <a:prstGeom prst="rect">
            <a:avLst/>
          </a:prstGeom>
          <a:solidFill>
            <a:srgbClr val="131411"/>
          </a:solidFill>
          <a:ln w="12700">
            <a:solidFill>
              <a:srgbClr val="4447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3017520"/>
            <a:ext cx="45720" cy="22860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3154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80560" y="365760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vs Royal EV, lithium vs lead-acid, range, charging, LSV street-legal package, warranty.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3017520"/>
            <a:ext cx="3657600" cy="2286000"/>
          </a:xfrm>
          <a:prstGeom prst="rect">
            <a:avLst/>
          </a:prstGeom>
          <a:solidFill>
            <a:srgbClr val="131411"/>
          </a:solidFill>
          <a:ln w="12700">
            <a:solidFill>
              <a:srgbClr val="4447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3017520"/>
            <a:ext cx="45720" cy="22860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31546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75320" y="365760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zones, financing pre-qual, scheduling test drives, hours, address — and books appointments.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532120"/>
            <a:ext cx="11247120" cy="640080"/>
          </a:xfrm>
          <a:prstGeom prst="rect">
            <a:avLst/>
          </a:prstGeom>
          <a:solidFill>
            <a:srgbClr val="13141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623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56235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 lead capture · –40% phone-tag · 100% off-hours coverage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LVL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502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91640" cy="1097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8991295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SEO &amp; LOCAL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7295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spc="-100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"St. George golf carts."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local dealers don't bother with structured SEO. We'll fix that in week one.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36576" cy="10058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17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Schema.org markup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AutoDealer + LocalBusiness JSON-LD on every page so Google reads inventory, hours, address.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36576" cy="10058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3017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+ OG tags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42900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Per-page titles, meta descriptions, Open Graph, Twitter cards. Already sloppy on the live site.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36576" cy="10058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06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landing pages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/golf-carts-st-george, /golf-carts-washington-ut, /golf-carts-hurricane — each ranking for its own city.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4206240"/>
            <a:ext cx="36576" cy="10058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4206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 speed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461772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build, lazy-loaded images, Tailwind CDN. Lighthouse 95+ on every page.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394960"/>
            <a:ext cx="36576" cy="10058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3949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engine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58064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long-form posts ("Atlas vs Club Car", "Best golf carts for desert terrain") to capture top-of-funnel.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5394960"/>
            <a:ext cx="36576" cy="100584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53949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Business sync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58064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photos, posts, reviews — kept in lockstep with the site so Google trusts you.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LVL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502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91640" cy="1097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8991295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TIMELINE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7295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in 4 weeks.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274320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+ Brand Lock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voice. Photo audit. Real-customer outreach for testimonials. Final brand colors.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19272" y="2651760"/>
            <a:ext cx="274320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3319272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9272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Phase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319272" y="374904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build complete. Rides Rental sync wired. Chatbot trained on knowledge base.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2651760"/>
            <a:ext cx="274320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6181344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81344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+ SEO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81344" y="374904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landing pages. Schema. Meta. Photo retouching. GBP optimization.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43416" y="2651760"/>
            <a:ext cx="274320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9043416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043416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+ Handoff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43416" y="374904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across devices. DNS cutover. Analytics + Search Console set up. Owner training.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LVL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502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91640" cy="1097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8991295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DELIVERABLES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7295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spc="-100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 need. Nothing you don't.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website — 6+ pages, fully responsive, premium design 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8803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Rental data sync (live inventory + lead capture)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2918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trained on your inventory, financing, delivery, hours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3703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On-page SEO: schema, meta, alt text, local landing pages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41148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photography retouching pass on existing inventory shots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45262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Business Profile optimization + review-flow setup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9377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4937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Search Console + heatmap install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5349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53492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 post-launch support — bug fixes, content tweaks, training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5760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8680" y="57607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 (HTML, CSS, JS, image library) — you own everything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LVL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502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91640" cy="1097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8991295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THE DEAL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7295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ask is unusual.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in this build. We want skin in the game — and we'd rather drive your product than send an invoice.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1247120" cy="3108960"/>
          </a:xfrm>
          <a:prstGeom prst="rect">
            <a:avLst/>
          </a:prstGeom>
          <a:solidFill>
            <a:srgbClr val="13141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17520"/>
            <a:ext cx="54864" cy="3108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611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spc="-100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digital flagship build, traded for one Royal EV Crown 4 ($9,990 retail).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77240" y="4937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PROVIDE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5212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· Chatbot · SEO · Rides Rental sync · 30 days support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4937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PROVIDE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0" y="5212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Royal EV Crown 4 + a testimonial if you love the work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LVL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170432" y="502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691640" cy="10973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8991295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NEXT STEPS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11277295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10728655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spc="-200" kern="0" dirty="0">
                <a:solidFill>
                  <a:srgbClr val="F4F1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it.</a:t>
            </a:r>
            <a:endParaRPr lang="en-US" sz="80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4114800" cy="1371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611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offer makes sense, we can kick off discovery this week and have a live demo URL in your inbox in 7 days.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5212080"/>
            <a:ext cx="11247120" cy="10973"/>
          </a:xfrm>
          <a:prstGeom prst="rect">
            <a:avLst/>
          </a:prstGeom>
          <a:solidFill>
            <a:srgbClr val="B89B6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5394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669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Bryce Morgan · brycedmorgan@gmail.com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991295" y="5394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 CARTS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90895" y="56692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89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(435) 414-1180  ·  info@lvlcarts.com  ·  677 N 3050 E, St. George UT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LVL Carts — Digital Flagship Proposal</dc:title>
  <dc:subject>PptxGenJS Presentation</dc:subject>
  <dc:creator>LVL Carts Pitch</dc:creator>
  <cp:lastModifiedBy>LVL Carts Pitch</cp:lastModifiedBy>
  <cp:revision>1</cp:revision>
  <dcterms:created xsi:type="dcterms:W3CDTF">2026-05-02T18:48:54Z</dcterms:created>
  <dcterms:modified xsi:type="dcterms:W3CDTF">2026-05-02T18:48:54Z</dcterms:modified>
</cp:coreProperties>
</file>